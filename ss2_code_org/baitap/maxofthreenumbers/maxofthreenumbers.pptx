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58D0B-F0DF-4FD5-A4F2-5E8292A15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1CBB7-52DF-4F87-BC78-8A1841AC5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30B3B-ABAE-428C-9079-B06D82ED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D633E-DA7C-4AF1-9782-8A9A2403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F2271-A4BB-4F09-9D10-E158C5468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1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06B3-552C-4EF7-A290-FCF34DFE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CE824-103A-4FBC-98EB-838CAFC59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3B8F8-A1CE-4E04-9246-EC446865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4948E-B58F-4D45-9B23-763047E5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0AAEE-8D58-4BED-9527-B87189D6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3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0E12-F391-4427-ADAE-1FD08DB65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11110-6476-48BC-8DFB-ABA9E82B4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65158-4C78-45E7-8735-985B7B0F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9099E-80A5-4DE5-B2E3-8FD15876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CA5AA-266D-402B-8336-6B668DA9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99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9E9B-FEEF-4D10-A8DC-149AB72BF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F21EF-3FB3-4AF1-AF4C-45AE1E4D7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EFEDC-B2DB-4B0F-BEF4-FB9EECDFF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4DD7B-B842-408B-B88F-5AAB1293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78A99-1B3B-42FF-8368-EF6291F3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A3146-B1B1-4DC2-B337-D7A298F9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97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6127C-309C-4C5D-BE96-B24F4A1E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ACB64-928E-4BED-BFD1-F2BD41FA7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1FC85-3ED4-4171-ADF3-EB9A60D0E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CC272F-51A4-448B-BED2-CE4A7326C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E8C2B7-F6A3-4981-B674-EEC7BF518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30CFCC-9C0D-4019-BF44-F06B3289B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DC5B00-2C3B-4885-AFF3-0FBD7E3B0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E2096A-DF15-41BC-959D-C00FBBB0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2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C130E-0BDA-4181-992C-BD9DBF09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AA962-772C-4E54-BAEF-5F45416B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5AF7D-1C24-4096-B3EE-70746C9CA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A8E09-AE17-4733-956A-3341884A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0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E98AB-8A35-4BB8-8E38-6DC50203A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70AD4-D51F-429E-96A0-5F48A1CA9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0AAA4-8FF4-4AE2-A7CF-7A7E73EDD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00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39682-EB5D-46E9-98A6-34DDA2ED0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7BBBF-76D1-4ADD-B819-76118E532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3624D8-0CB7-4E63-9DE5-E7DD17A1D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F5108-7DFC-481D-B25D-ABA59338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57179-C9AA-4B65-BC98-006502CAD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59E2F-7C54-4524-B2BD-A4D9D6115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8DBB0-7FF1-4AF0-B85A-D2EC9371E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58FC58-B900-47EA-9111-7E13DA4898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5EC55-9D1C-4582-ADC6-7008CC04F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BA618-210F-44E4-808C-6EE66933F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7C3ED-96DD-4929-B795-17E5B18D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FAC6-0CC2-4F4B-8AD5-87CFDA3C0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11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F6E9-6885-461C-9C45-902D3ECA8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1B023-634B-4711-8D5E-4C3C1A714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B9EA8-0A04-44A8-BAD0-F0F90B047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23813-924B-443D-9CE9-FD57A47BA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8CEE3-D810-42C1-8117-E5003DC90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68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F1E502-A61E-449E-BE82-AA8A7126A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320E1-6127-4815-A149-CBBD849DB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A0056-3FF7-4D3F-A721-8FA9AE04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221B8-737E-48B9-9D4B-0E55D418A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F4651-10A1-40FD-A485-89FBA7EA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12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912329-6141-4C45-92BF-5B1A593D0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6A739-07B9-4B3C-8FCB-53E7B2BEC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7FD8-81A7-40D2-934F-4D49B38FC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3F9CE-6EB6-44D0-A7E2-05632BC4D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FF0AB-2CF9-4D51-B8B8-D0DA0D3AC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57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6C103A3D-9136-4C84-8843-7896391DD129}"/>
              </a:ext>
            </a:extLst>
          </p:cNvPr>
          <p:cNvSpPr/>
          <p:nvPr/>
        </p:nvSpPr>
        <p:spPr>
          <a:xfrm>
            <a:off x="3405884" y="119269"/>
            <a:ext cx="1404731" cy="76862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Begin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5A1793-151A-4298-BDAA-FEED27E1DA21}"/>
              </a:ext>
            </a:extLst>
          </p:cNvPr>
          <p:cNvCxnSpPr>
            <a:cxnSpLocks/>
          </p:cNvCxnSpPr>
          <p:nvPr/>
        </p:nvCxnSpPr>
        <p:spPr>
          <a:xfrm flipH="1">
            <a:off x="4121496" y="887895"/>
            <a:ext cx="1" cy="357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4691002A-62DC-4DB4-8402-0402F9E55E4D}"/>
              </a:ext>
            </a:extLst>
          </p:cNvPr>
          <p:cNvSpPr/>
          <p:nvPr/>
        </p:nvSpPr>
        <p:spPr>
          <a:xfrm>
            <a:off x="2610757" y="1245704"/>
            <a:ext cx="3021494" cy="664265"/>
          </a:xfrm>
          <a:prstGeom prst="flowChartInputOutp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 A,B,C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A690C7-F082-4AAA-A507-D69B19C27274}"/>
              </a:ext>
            </a:extLst>
          </p:cNvPr>
          <p:cNvCxnSpPr>
            <a:cxnSpLocks/>
            <a:stCxn id="10" idx="4"/>
          </p:cNvCxnSpPr>
          <p:nvPr/>
        </p:nvCxnSpPr>
        <p:spPr>
          <a:xfrm flipH="1">
            <a:off x="4108240" y="1909969"/>
            <a:ext cx="13264" cy="441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Data 21">
            <a:extLst>
              <a:ext uri="{FF2B5EF4-FFF2-40B4-BE49-F238E27FC236}">
                <a16:creationId xmlns:a16="http://schemas.microsoft.com/office/drawing/2014/main" id="{4FC8FA2F-2E8C-4522-82E3-368B4C5F95C2}"/>
              </a:ext>
            </a:extLst>
          </p:cNvPr>
          <p:cNvSpPr/>
          <p:nvPr/>
        </p:nvSpPr>
        <p:spPr>
          <a:xfrm>
            <a:off x="2392101" y="3988903"/>
            <a:ext cx="3240150" cy="516835"/>
          </a:xfrm>
          <a:prstGeom prst="flowChartInputOutp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A: “Max number”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16BBF7F-055E-4A6A-A84E-F478DE05036B}"/>
              </a:ext>
            </a:extLst>
          </p:cNvPr>
          <p:cNvSpPr/>
          <p:nvPr/>
        </p:nvSpPr>
        <p:spPr>
          <a:xfrm>
            <a:off x="3419129" y="5585792"/>
            <a:ext cx="1404731" cy="76862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End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E4EDC30-E768-45F5-8AF2-A992DAA0B7C3}"/>
              </a:ext>
            </a:extLst>
          </p:cNvPr>
          <p:cNvCxnSpPr>
            <a:cxnSpLocks/>
          </p:cNvCxnSpPr>
          <p:nvPr/>
        </p:nvCxnSpPr>
        <p:spPr>
          <a:xfrm flipH="1">
            <a:off x="4121496" y="3631094"/>
            <a:ext cx="1" cy="357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owchart: Decision 3">
            <a:extLst>
              <a:ext uri="{FF2B5EF4-FFF2-40B4-BE49-F238E27FC236}">
                <a16:creationId xmlns:a16="http://schemas.microsoft.com/office/drawing/2014/main" id="{0F242C69-D2D7-464D-A7FC-E1259BC57C2B}"/>
              </a:ext>
            </a:extLst>
          </p:cNvPr>
          <p:cNvSpPr/>
          <p:nvPr/>
        </p:nvSpPr>
        <p:spPr>
          <a:xfrm>
            <a:off x="2859259" y="2345634"/>
            <a:ext cx="2497962" cy="1298713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A&gt;B&amp;C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30CF3C-AD49-4F0A-AA5B-A304A91C8209}"/>
              </a:ext>
            </a:extLst>
          </p:cNvPr>
          <p:cNvCxnSpPr>
            <a:cxnSpLocks/>
            <a:endCxn id="53" idx="0"/>
          </p:cNvCxnSpPr>
          <p:nvPr/>
        </p:nvCxnSpPr>
        <p:spPr>
          <a:xfrm flipH="1">
            <a:off x="4121495" y="4430366"/>
            <a:ext cx="2" cy="1155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DFB1BC8-C363-4AE8-B63A-82D39C0155DC}"/>
              </a:ext>
            </a:extLst>
          </p:cNvPr>
          <p:cNvCxnSpPr>
            <a:stCxn id="4" idx="3"/>
          </p:cNvCxnSpPr>
          <p:nvPr/>
        </p:nvCxnSpPr>
        <p:spPr>
          <a:xfrm flipV="1">
            <a:off x="5357221" y="2994990"/>
            <a:ext cx="194480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7AD58F-19D0-4994-8D57-260CD38FE232}"/>
              </a:ext>
            </a:extLst>
          </p:cNvPr>
          <p:cNvCxnSpPr>
            <a:cxnSpLocks/>
          </p:cNvCxnSpPr>
          <p:nvPr/>
        </p:nvCxnSpPr>
        <p:spPr>
          <a:xfrm>
            <a:off x="7302024" y="2994990"/>
            <a:ext cx="0" cy="191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owchart: Decision 20">
            <a:extLst>
              <a:ext uri="{FF2B5EF4-FFF2-40B4-BE49-F238E27FC236}">
                <a16:creationId xmlns:a16="http://schemas.microsoft.com/office/drawing/2014/main" id="{90081BC6-AA26-4EFC-B2A9-5BBAE397849E}"/>
              </a:ext>
            </a:extLst>
          </p:cNvPr>
          <p:cNvSpPr/>
          <p:nvPr/>
        </p:nvSpPr>
        <p:spPr>
          <a:xfrm>
            <a:off x="6473765" y="3186319"/>
            <a:ext cx="1656517" cy="724728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B&gt;C</a:t>
            </a:r>
          </a:p>
        </p:txBody>
      </p:sp>
      <p:sp>
        <p:nvSpPr>
          <p:cNvPr id="23" name="Flowchart: Data 22">
            <a:extLst>
              <a:ext uri="{FF2B5EF4-FFF2-40B4-BE49-F238E27FC236}">
                <a16:creationId xmlns:a16="http://schemas.microsoft.com/office/drawing/2014/main" id="{65DBE943-6B20-40E3-8EFF-89081FFF0C25}"/>
              </a:ext>
            </a:extLst>
          </p:cNvPr>
          <p:cNvSpPr/>
          <p:nvPr/>
        </p:nvSpPr>
        <p:spPr>
          <a:xfrm>
            <a:off x="5681948" y="4070900"/>
            <a:ext cx="2706831" cy="516835"/>
          </a:xfrm>
          <a:prstGeom prst="flowChartInputOutp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B: “Max number”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8AE7CA1-F7B2-4023-854B-F39C37345759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7302024" y="3911047"/>
            <a:ext cx="19859" cy="159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337A1E7-BDDC-42DB-AD75-B4FA3FB91380}"/>
              </a:ext>
            </a:extLst>
          </p:cNvPr>
          <p:cNvCxnSpPr/>
          <p:nvPr/>
        </p:nvCxnSpPr>
        <p:spPr>
          <a:xfrm flipV="1">
            <a:off x="8130282" y="3532945"/>
            <a:ext cx="194480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03199E8-7B41-4002-AB8C-3CD60358D16B}"/>
              </a:ext>
            </a:extLst>
          </p:cNvPr>
          <p:cNvCxnSpPr>
            <a:cxnSpLocks/>
          </p:cNvCxnSpPr>
          <p:nvPr/>
        </p:nvCxnSpPr>
        <p:spPr>
          <a:xfrm>
            <a:off x="10075085" y="3532945"/>
            <a:ext cx="0" cy="537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Data 29">
            <a:extLst>
              <a:ext uri="{FF2B5EF4-FFF2-40B4-BE49-F238E27FC236}">
                <a16:creationId xmlns:a16="http://schemas.microsoft.com/office/drawing/2014/main" id="{F5300858-B516-4FAE-BAC5-A0A4F3538DD5}"/>
              </a:ext>
            </a:extLst>
          </p:cNvPr>
          <p:cNvSpPr/>
          <p:nvPr/>
        </p:nvSpPr>
        <p:spPr>
          <a:xfrm>
            <a:off x="8595815" y="4070900"/>
            <a:ext cx="2706831" cy="516835"/>
          </a:xfrm>
          <a:prstGeom prst="flowChartInputOutp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C: “Max number”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EF1996D-996E-4F28-BC8A-84EC5EE12262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7035364" y="4587735"/>
            <a:ext cx="0" cy="537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28CD13C-CCEA-454B-8B62-30D56E0CA946}"/>
              </a:ext>
            </a:extLst>
          </p:cNvPr>
          <p:cNvCxnSpPr>
            <a:stCxn id="30" idx="4"/>
          </p:cNvCxnSpPr>
          <p:nvPr/>
        </p:nvCxnSpPr>
        <p:spPr>
          <a:xfrm flipH="1">
            <a:off x="9949230" y="4587735"/>
            <a:ext cx="1" cy="448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EA1CA3D-86AC-4F2D-9D7C-38640B6E6D09}"/>
              </a:ext>
            </a:extLst>
          </p:cNvPr>
          <p:cNvCxnSpPr>
            <a:cxnSpLocks/>
          </p:cNvCxnSpPr>
          <p:nvPr/>
        </p:nvCxnSpPr>
        <p:spPr>
          <a:xfrm flipH="1">
            <a:off x="4121494" y="5125689"/>
            <a:ext cx="58277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7AE7466-B751-4BEE-B143-554F2C32CF8A}"/>
              </a:ext>
            </a:extLst>
          </p:cNvPr>
          <p:cNvSpPr txBox="1"/>
          <p:nvPr/>
        </p:nvSpPr>
        <p:spPr>
          <a:xfrm>
            <a:off x="5872422" y="256564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78B878-64CA-4590-9EF6-D38EB4615EFA}"/>
              </a:ext>
            </a:extLst>
          </p:cNvPr>
          <p:cNvSpPr txBox="1"/>
          <p:nvPr/>
        </p:nvSpPr>
        <p:spPr>
          <a:xfrm>
            <a:off x="4419674" y="353526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31BD58-23D3-4279-8DA9-3B02F387A7FF}"/>
              </a:ext>
            </a:extLst>
          </p:cNvPr>
          <p:cNvSpPr txBox="1"/>
          <p:nvPr/>
        </p:nvSpPr>
        <p:spPr>
          <a:xfrm>
            <a:off x="7505956" y="373304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36D110-11F3-4174-93B6-B9BDF984062C}"/>
              </a:ext>
            </a:extLst>
          </p:cNvPr>
          <p:cNvSpPr txBox="1"/>
          <p:nvPr/>
        </p:nvSpPr>
        <p:spPr>
          <a:xfrm>
            <a:off x="8421050" y="316082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969518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F8482-6231-4FC3-A548-E33B19136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37474F"/>
                </a:solidFill>
                <a:effectLst/>
                <a:latin typeface="Open Sans" panose="020B0604020202020204" pitchFamily="34" charset="0"/>
              </a:rPr>
              <a:t>Pseudo-code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E8501-E5E9-4BFA-A1D1-82124A69A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Begin</a:t>
            </a:r>
          </a:p>
          <a:p>
            <a:r>
              <a:rPr lang="en-US" dirty="0"/>
              <a:t>In put number a, b, c </a:t>
            </a:r>
          </a:p>
          <a:p>
            <a:r>
              <a:rPr lang="en-US" dirty="0"/>
              <a:t>If ( a is bigger than </a:t>
            </a:r>
            <a:r>
              <a:rPr lang="en-US" dirty="0" err="1"/>
              <a:t>b,c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{ a “is biggest number”}</a:t>
            </a:r>
          </a:p>
          <a:p>
            <a:r>
              <a:rPr lang="en-US" dirty="0"/>
              <a:t>Else if (b is bigger than c )</a:t>
            </a:r>
          </a:p>
          <a:p>
            <a:r>
              <a:rPr lang="en-US" dirty="0"/>
              <a:t>{ b “is biggest number”}</a:t>
            </a:r>
          </a:p>
          <a:p>
            <a:r>
              <a:rPr lang="en-US" dirty="0"/>
              <a:t>Else {c “is biggest  number”}</a:t>
            </a:r>
          </a:p>
          <a:p>
            <a:r>
              <a:rPr lang="en-US" dirty="0"/>
              <a:t>End </a:t>
            </a:r>
          </a:p>
        </p:txBody>
      </p:sp>
    </p:spTree>
    <p:extLst>
      <p:ext uri="{BB962C8B-B14F-4D97-AF65-F5344CB8AC3E}">
        <p14:creationId xmlns:p14="http://schemas.microsoft.com/office/powerpoint/2010/main" val="3943636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91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Open Sans</vt:lpstr>
      <vt:lpstr>Office Theme</vt:lpstr>
      <vt:lpstr>PowerPoint Presentation</vt:lpstr>
      <vt:lpstr>Pseudo-code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11</cp:revision>
  <dcterms:created xsi:type="dcterms:W3CDTF">2022-10-02T01:08:40Z</dcterms:created>
  <dcterms:modified xsi:type="dcterms:W3CDTF">2022-10-03T12:47:55Z</dcterms:modified>
</cp:coreProperties>
</file>
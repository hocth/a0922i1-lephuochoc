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8D0B-F0DF-4FD5-A4F2-5E8292A15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1CBB7-52DF-4F87-BC78-8A1841AC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0B3B-ABAE-428C-9079-B06D82ED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D633E-DA7C-4AF1-9782-8A9A2403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2271-A4BB-4F09-9D10-E158C546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1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06B3-552C-4EF7-A290-FCF34DF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E824-103A-4FBC-98EB-838CAFC59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B8F8-A1CE-4E04-9246-EC446865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948E-B58F-4D45-9B23-763047E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0AAEE-8D58-4BED-9527-B87189D6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0E12-F391-4427-ADAE-1FD08DB6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11110-6476-48BC-8DFB-ABA9E82B4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5158-4C78-45E7-8735-985B7B0F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9099E-80A5-4DE5-B2E3-8FD15876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A5AA-266D-402B-8336-6B668DA9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9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E9B-FEEF-4D10-A8DC-149AB72B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21EF-3FB3-4AF1-AF4C-45AE1E4D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EFEDC-B2DB-4B0F-BEF4-FB9EECDF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DD7B-B842-408B-B88F-5AAB1293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78A99-1B3B-42FF-8368-EF6291F3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A3146-B1B1-4DC2-B337-D7A298F9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127C-309C-4C5D-BE96-B24F4A1E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ACB64-928E-4BED-BFD1-F2BD41FA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FC85-3ED4-4171-ADF3-EB9A60D0E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C272F-51A4-448B-BED2-CE4A7326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8C2B7-F6A3-4981-B674-EEC7BF518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0CFCC-9C0D-4019-BF44-F06B3289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C5B00-2C3B-4885-AFF3-0FBD7E3B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2096A-DF15-41BC-959D-C00FBBB0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130E-0BDA-4181-992C-BD9DBF09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AA962-772C-4E54-BAEF-5F45416B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5AF7D-1C24-4096-B3EE-70746C9C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8E09-AE17-4733-956A-3341884A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E98AB-8A35-4BB8-8E38-6DC50203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70AD4-D51F-429E-96A0-5F48A1CA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AAA4-8FF4-4AE2-A7CF-7A7E73ED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0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9682-EB5D-46E9-98A6-34DDA2ED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BBBF-76D1-4ADD-B819-76118E532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624D8-0CB7-4E63-9DE5-E7DD17A1D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F5108-7DFC-481D-B25D-ABA59338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57179-C9AA-4B65-BC98-006502CA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59E2F-7C54-4524-B2BD-A4D9D611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DBB0-7FF1-4AF0-B85A-D2EC9371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8FC58-B900-47EA-9111-7E13DA489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5EC55-9D1C-4582-ADC6-7008CC04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A618-210F-44E4-808C-6EE66933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7C3ED-96DD-4929-B795-17E5B18D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FAC6-0CC2-4F4B-8AD5-87CFDA3C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1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F6E9-6885-461C-9C45-902D3ECA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1B023-634B-4711-8D5E-4C3C1A714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9EA8-0A04-44A8-BAD0-F0F90B04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3813-924B-443D-9CE9-FD57A47B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8CEE3-D810-42C1-8117-E5003DC9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1E502-A61E-449E-BE82-AA8A7126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320E1-6127-4815-A149-CBBD849DB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0056-3FF7-4D3F-A721-8FA9AE04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21B8-737E-48B9-9D4B-0E55D41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4651-10A1-40FD-A485-89FBA7EA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1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12329-6141-4C45-92BF-5B1A593D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6A739-07B9-4B3C-8FCB-53E7B2BEC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7FD8-81A7-40D2-934F-4D49B38FC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3F9CE-6EB6-44D0-A7E2-05632BC4D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F0AB-2CF9-4D51-B8B8-D0DA0D3AC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C103A3D-9136-4C84-8843-7896391DD129}"/>
              </a:ext>
            </a:extLst>
          </p:cNvPr>
          <p:cNvSpPr/>
          <p:nvPr/>
        </p:nvSpPr>
        <p:spPr>
          <a:xfrm>
            <a:off x="4691269" y="119269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Begin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5A1793-151A-4298-BDAA-FEED27E1DA21}"/>
              </a:ext>
            </a:extLst>
          </p:cNvPr>
          <p:cNvCxnSpPr>
            <a:cxnSpLocks/>
          </p:cNvCxnSpPr>
          <p:nvPr/>
        </p:nvCxnSpPr>
        <p:spPr>
          <a:xfrm flipH="1">
            <a:off x="5406881" y="88789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4691002A-62DC-4DB4-8402-0402F9E55E4D}"/>
              </a:ext>
            </a:extLst>
          </p:cNvPr>
          <p:cNvSpPr/>
          <p:nvPr/>
        </p:nvSpPr>
        <p:spPr>
          <a:xfrm>
            <a:off x="2650435" y="1245704"/>
            <a:ext cx="5486399" cy="990601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Q: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Quanity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USD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R: Rate USD/VND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A690C7-F082-4AAA-A507-D69B19C27274}"/>
              </a:ext>
            </a:extLst>
          </p:cNvPr>
          <p:cNvCxnSpPr>
            <a:cxnSpLocks/>
          </p:cNvCxnSpPr>
          <p:nvPr/>
        </p:nvCxnSpPr>
        <p:spPr>
          <a:xfrm flipH="1">
            <a:off x="5393623" y="222636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21">
            <a:extLst>
              <a:ext uri="{FF2B5EF4-FFF2-40B4-BE49-F238E27FC236}">
                <a16:creationId xmlns:a16="http://schemas.microsoft.com/office/drawing/2014/main" id="{4FC8FA2F-2E8C-4522-82E3-368B4C5F95C2}"/>
              </a:ext>
            </a:extLst>
          </p:cNvPr>
          <p:cNvSpPr/>
          <p:nvPr/>
        </p:nvSpPr>
        <p:spPr>
          <a:xfrm>
            <a:off x="3021497" y="3472070"/>
            <a:ext cx="4916554" cy="51683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DISPLAY  V +”VND”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6A41B6-6632-426D-97C5-FF31A93BB6C4}"/>
              </a:ext>
            </a:extLst>
          </p:cNvPr>
          <p:cNvCxnSpPr>
            <a:cxnSpLocks/>
          </p:cNvCxnSpPr>
          <p:nvPr/>
        </p:nvCxnSpPr>
        <p:spPr>
          <a:xfrm flipH="1">
            <a:off x="5393623" y="3114261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D16BBF7F-055E-4A6A-A84E-F478DE05036B}"/>
              </a:ext>
            </a:extLst>
          </p:cNvPr>
          <p:cNvSpPr/>
          <p:nvPr/>
        </p:nvSpPr>
        <p:spPr>
          <a:xfrm>
            <a:off x="4767453" y="4399724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E4EDC30-E768-45F5-8AF2-A992DAA0B7C3}"/>
              </a:ext>
            </a:extLst>
          </p:cNvPr>
          <p:cNvCxnSpPr>
            <a:cxnSpLocks/>
          </p:cNvCxnSpPr>
          <p:nvPr/>
        </p:nvCxnSpPr>
        <p:spPr>
          <a:xfrm flipH="1">
            <a:off x="5469819" y="4015410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B4750B00-C868-469B-87A1-AE63C0373C55}"/>
              </a:ext>
            </a:extLst>
          </p:cNvPr>
          <p:cNvSpPr/>
          <p:nvPr/>
        </p:nvSpPr>
        <p:spPr>
          <a:xfrm>
            <a:off x="3385924" y="2584174"/>
            <a:ext cx="4041913" cy="5715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V=Q*R</a:t>
            </a:r>
          </a:p>
        </p:txBody>
      </p:sp>
    </p:spTree>
    <p:extLst>
      <p:ext uri="{BB962C8B-B14F-4D97-AF65-F5344CB8AC3E}">
        <p14:creationId xmlns:p14="http://schemas.microsoft.com/office/powerpoint/2010/main" val="196951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CBF1-C764-4CAB-9EDB-EAC95E51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74D63-1E51-4EE0-B1A3-3471362FC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</a:t>
            </a:r>
          </a:p>
          <a:p>
            <a:r>
              <a:rPr lang="en-US" dirty="0"/>
              <a:t>Input Q is </a:t>
            </a:r>
            <a:r>
              <a:rPr lang="en-US" dirty="0" err="1"/>
              <a:t>quanity</a:t>
            </a:r>
            <a:r>
              <a:rPr lang="en-US" dirty="0"/>
              <a:t> of USD ,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R: Rate USD/VND</a:t>
            </a:r>
          </a:p>
          <a:p>
            <a:r>
              <a:rPr lang="en-US" dirty="0"/>
              <a:t>V = Q*R</a:t>
            </a:r>
          </a:p>
          <a:p>
            <a:r>
              <a:rPr lang="en-US" dirty="0"/>
              <a:t>Display V VND</a:t>
            </a:r>
          </a:p>
          <a:p>
            <a:r>
              <a:rPr lang="en-US"/>
              <a:t>End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604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8</cp:revision>
  <dcterms:created xsi:type="dcterms:W3CDTF">2022-10-02T01:08:40Z</dcterms:created>
  <dcterms:modified xsi:type="dcterms:W3CDTF">2022-10-03T12:01:10Z</dcterms:modified>
</cp:coreProperties>
</file>